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10580-2A5A-4E45-925B-CACCF8C0B85F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D4D56-1D12-4C59-BE0B-E4F26EDE96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751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ED4D56-1D12-4C59-BE0B-E4F26EDE965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9019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90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86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20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224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5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9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872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709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361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03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82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F7099-A69C-40A7-961E-56EC432041D2}" type="datetimeFigureOut">
              <a:rPr lang="fr-FR" smtClean="0"/>
              <a:t>01/03/2023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72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CH3-Les contrôleurs</a:t>
            </a:r>
            <a:endPara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Développement back-end</a:t>
            </a:r>
          </a:p>
        </p:txBody>
      </p:sp>
    </p:spTree>
    <p:extLst>
      <p:ext uri="{BB962C8B-B14F-4D97-AF65-F5344CB8AC3E}">
        <p14:creationId xmlns:p14="http://schemas.microsoft.com/office/powerpoint/2010/main" val="325840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Définition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 contrôleur est une classe qui étend la classe de base 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et dont chaque méthode publique représente généralement une action qui correspond à une route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 contrôleur est une classe qui va contenir différentes méthodes. Chaque méthode correspondant généralement à une opération (URL) de votre application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80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II- Rôle du contrôleur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Les contrôleurs sont destinés à regrouper la logique de traitement des demandes associée dans une seule classe.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Dans votre projet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ils sont stockés dans le répertoire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/Http/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 tâche d’un contrôleur est de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recevoir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une requête (qui a déjà été sélectionnée par une route) et de définir la réponse appropriée et la fournir au client.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23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34645"/>
            <a:ext cx="10515600" cy="1325563"/>
          </a:xfrm>
        </p:spPr>
        <p:txBody>
          <a:bodyPr/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II- Rôle du contrôleur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rapezoid 13">
            <a:extLst>
              <a:ext uri="{FF2B5EF4-FFF2-40B4-BE49-F238E27FC236}">
                <a16:creationId xmlns:a16="http://schemas.microsoft.com/office/drawing/2014/main" id="{EAB635DE-58EF-4585-A0F5-0790A1957A5B}"/>
              </a:ext>
            </a:extLst>
          </p:cNvPr>
          <p:cNvSpPr/>
          <p:nvPr/>
        </p:nvSpPr>
        <p:spPr>
          <a:xfrm>
            <a:off x="2093336" y="3869203"/>
            <a:ext cx="1249304" cy="1322557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" name="Flèche droite 5"/>
          <p:cNvSpPr/>
          <p:nvPr/>
        </p:nvSpPr>
        <p:spPr>
          <a:xfrm rot="19647590">
            <a:off x="3606798" y="2883006"/>
            <a:ext cx="1615440" cy="660400"/>
          </a:xfrm>
          <a:prstGeom prst="rightArrow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Requête</a:t>
            </a:r>
            <a:endParaRPr lang="fr-FR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191760" y="2275840"/>
            <a:ext cx="2133600" cy="71120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Routes</a:t>
            </a:r>
            <a:endParaRPr lang="fr-FR" dirty="0"/>
          </a:p>
        </p:txBody>
      </p:sp>
      <p:sp>
        <p:nvSpPr>
          <p:cNvPr id="8" name="Flèche droite 7"/>
          <p:cNvSpPr/>
          <p:nvPr/>
        </p:nvSpPr>
        <p:spPr>
          <a:xfrm rot="2505988">
            <a:off x="7355840" y="2987992"/>
            <a:ext cx="1615440" cy="660400"/>
          </a:xfrm>
          <a:prstGeom prst="rightArrow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Requête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7741920" y="4020755"/>
            <a:ext cx="2214880" cy="101945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Contrôleur</a:t>
            </a:r>
          </a:p>
        </p:txBody>
      </p:sp>
      <p:sp>
        <p:nvSpPr>
          <p:cNvPr id="11" name="Flèche gauche 10"/>
          <p:cNvSpPr/>
          <p:nvPr/>
        </p:nvSpPr>
        <p:spPr>
          <a:xfrm>
            <a:off x="3342640" y="4328160"/>
            <a:ext cx="4267200" cy="629920"/>
          </a:xfrm>
          <a:prstGeom prst="leftArrow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Réponse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250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II- Création du contrôleur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Les contrôleurs comme nous l’avons dit déjà, sont placés dans le répertoire </a:t>
            </a:r>
            <a:r>
              <a:rPr lang="fr-FR" b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/Http/</a:t>
            </a:r>
            <a:r>
              <a:rPr lang="fr-FR" b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il est possible alors d’ajouter un fichier manuellement sur ce répertoire, mais la manière la plus commode et simple à créer un contrôleur est d’utiliser la commande:</a:t>
            </a:r>
          </a:p>
          <a:p>
            <a:pPr marL="0" indent="0" algn="just"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make:controller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NomContrôleur</a:t>
            </a:r>
            <a:endParaRPr lang="fr-FR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685" y="3923665"/>
            <a:ext cx="5578475" cy="283817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ZoneTexte 4"/>
          <p:cNvSpPr txBox="1"/>
          <p:nvPr/>
        </p:nvSpPr>
        <p:spPr>
          <a:xfrm>
            <a:off x="593724" y="4819530"/>
            <a:ext cx="5181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 obtient alors le fichier suivant:</a:t>
            </a:r>
          </a:p>
        </p:txBody>
      </p:sp>
      <p:sp>
        <p:nvSpPr>
          <p:cNvPr id="6" name="Flèche droite 5"/>
          <p:cNvSpPr/>
          <p:nvPr/>
        </p:nvSpPr>
        <p:spPr>
          <a:xfrm>
            <a:off x="5699760" y="4938900"/>
            <a:ext cx="579120" cy="3544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13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II- Création du contrôleur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 on veut par exemple que notre contrôleur affiche une vue (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bievenue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), on peut définir une méthode index qui réalise ça:</a:t>
            </a:r>
          </a:p>
          <a:p>
            <a:pPr marL="0" indent="0" algn="just">
              <a:buNone/>
            </a:pP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index(){</a:t>
            </a:r>
          </a:p>
          <a:p>
            <a:pPr marL="0" indent="0" algn="just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fr-FR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(‘bienvenue’);</a:t>
            </a:r>
          </a:p>
          <a:p>
            <a:pPr marL="0" indent="0" algn="just">
              <a:buNone/>
            </a:pP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 peut bien sûr définir d’autres méthodes dans le même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contrôlleur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si on a besoin de le faire.</a:t>
            </a:r>
            <a:endParaRPr 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0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Appel du contrôleur</a:t>
            </a:r>
            <a:endParaRPr lang="fr-F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Pour définir une route au contrôleur, il suffit de donner le nom du contrôleur et la méthode appelée dans un tableau :</a:t>
            </a:r>
          </a:p>
          <a:p>
            <a:pPr marL="0" indent="0" algn="just">
              <a:buNone/>
            </a:pP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Route::</a:t>
            </a:r>
            <a:r>
              <a:rPr lang="fr-FR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(‘/bienvenue’,[</a:t>
            </a:r>
            <a:r>
              <a:rPr lang="fr-FR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ClientController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fr-FR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class,’index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’]);</a:t>
            </a:r>
          </a:p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Avec cette route, l’url ‘/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bievenue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’ va exécuter la méthode index du contrôleur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ClientController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qui va afficher la vue ‘bienvenue’.</a:t>
            </a:r>
          </a:p>
          <a:p>
            <a:pPr algn="just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L’extension ‘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resolver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’ permet d’ajouter automatiquement 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ClientController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sinon on peut cliquer droit sur le nom du contrôleur et choisir ‘Import class’.</a:t>
            </a:r>
            <a:endParaRPr lang="fr-FR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38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méthodes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 contrôleur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96745"/>
            <a:ext cx="10515600" cy="435133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 contrôleur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peut contenir différentes méthodes. Chaque méthode peut avoir l’ argument 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comme paramètre de fonction par défaut. Il s’agit essentiellement d’un objet de requête contenant vos variables de formulaire, vos données de session ou vos informations de cookie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Une méthode de contrôleur peut répondre via différents types de réponse, certains d’entre eux sont mentionnés ci-dessous: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fr-F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Texte brut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fr-F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fr-F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endParaRPr lang="fr-FR" sz="2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§"/>
            </a:pPr>
            <a:r>
              <a:rPr lang="fr-F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Vue HTML ou </a:t>
            </a:r>
            <a:r>
              <a:rPr lang="fr-F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blade</a:t>
            </a:r>
            <a:endParaRPr lang="fr-FR" sz="2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§"/>
            </a:pPr>
            <a:r>
              <a:rPr lang="fr-F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fr-F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Téléchargement de fichier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fr-F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Sortie PDF ou image sur navigateur directement </a:t>
            </a:r>
            <a:r>
              <a:rPr lang="fr-FR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fr-FR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fr-FR" sz="2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64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méthodes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 contrôleur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9674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fr-FR" sz="2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Contrôleur à action unique: lorsqu’il s’agit d’un contrôleur contenant une seule méthode, on peut créer un contrôleur d’action unique en ajoutant l’option –</a:t>
            </a:r>
            <a:r>
              <a:rPr lang="fr-FR" sz="23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invokable</a:t>
            </a:r>
            <a:r>
              <a:rPr lang="fr-FR" sz="2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ou simplement –i :</a:t>
            </a:r>
          </a:p>
          <a:p>
            <a:pPr marL="0" indent="0" algn="just">
              <a:buNone/>
            </a:pPr>
            <a:r>
              <a:rPr lang="fr-FR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300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sz="23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sz="2300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make:controller</a:t>
            </a:r>
            <a:r>
              <a:rPr lang="fr-FR" sz="23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300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ClientController</a:t>
            </a:r>
            <a:r>
              <a:rPr lang="fr-FR" sz="23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fr-FR" sz="2300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invokable</a:t>
            </a:r>
            <a:endParaRPr lang="fr-FR" sz="2300" i="1" dirty="0" smtClean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300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sz="23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sz="2300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make:controller</a:t>
            </a:r>
            <a:r>
              <a:rPr lang="fr-FR" sz="23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300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ClientController</a:t>
            </a:r>
            <a:r>
              <a:rPr lang="fr-FR" sz="23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–i </a:t>
            </a:r>
          </a:p>
          <a:p>
            <a:pPr algn="just"/>
            <a:r>
              <a:rPr lang="fr-FR" sz="2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 contrôleur dans ce cas peut être associée à une route sont mentionner le nom de la méthode:</a:t>
            </a:r>
          </a:p>
          <a:p>
            <a:pPr marL="0" indent="0" algn="just">
              <a:buNone/>
            </a:pPr>
            <a:r>
              <a:rPr lang="fr-FR" sz="2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3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Route::</a:t>
            </a:r>
            <a:r>
              <a:rPr lang="fr-FR" sz="2300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fr-FR" sz="23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(‘/bienvenue’,</a:t>
            </a:r>
            <a:r>
              <a:rPr lang="fr-FR" sz="2300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ClientController</a:t>
            </a:r>
            <a:r>
              <a:rPr lang="fr-FR" sz="23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::class);</a:t>
            </a:r>
          </a:p>
        </p:txBody>
      </p:sp>
    </p:spTree>
    <p:extLst>
      <p:ext uri="{BB962C8B-B14F-4D97-AF65-F5344CB8AC3E}">
        <p14:creationId xmlns:p14="http://schemas.microsoft.com/office/powerpoint/2010/main" val="328699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Les méthodes du contrôleur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Passage de paramètre au contrôleur:</a:t>
            </a:r>
          </a:p>
          <a:p>
            <a:pPr marL="0" indent="0"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Soit le contrôleur suivant:</a:t>
            </a:r>
          </a:p>
          <a:p>
            <a:pPr marL="0" indent="0"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fr-FR" sz="23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ShowController</a:t>
            </a: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3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Controller</a:t>
            </a:r>
          </a:p>
          <a:p>
            <a:pPr marL="0" indent="0">
              <a:buNone/>
            </a:pP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fr-FR" sz="23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show($nom)</a:t>
            </a:r>
          </a:p>
          <a:p>
            <a:pPr marL="0" indent="0">
              <a:buNone/>
            </a:pP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>
              <a:buNone/>
            </a:pP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‘Bonjour ‘ . $nom;</a:t>
            </a:r>
          </a:p>
          <a:p>
            <a:pPr marL="0" indent="0">
              <a:buNone/>
            </a:pP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>
              <a:buNone/>
            </a:pP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3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3414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Les méthodes du contrôleur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Passage de paramètre au contrôleur:</a:t>
            </a:r>
          </a:p>
          <a:p>
            <a:pPr marL="0" indent="0"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 route qui fait appel au contrôleur:</a:t>
            </a:r>
          </a:p>
          <a:p>
            <a:pPr marL="0" indent="0"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Route::</a:t>
            </a:r>
            <a:r>
              <a:rPr lang="fr-FR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(‘/show/{nom}’,[</a:t>
            </a:r>
            <a:r>
              <a:rPr lang="fr-FR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ShowController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fr-FR" i="1" dirty="0" err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class,’show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’]);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L’URL </a:t>
            </a:r>
            <a:r>
              <a:rPr lang="fr-FR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/show/Ahmed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va afficher dans ce cas le message: </a:t>
            </a:r>
          </a:p>
          <a:p>
            <a:pPr marL="0" indent="0"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 Bonjour Ahmed »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626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9405</TotalTime>
  <Words>468</Words>
  <Application>Microsoft Office PowerPoint</Application>
  <PresentationFormat>Grand écran</PresentationFormat>
  <Paragraphs>64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Times New Roman</vt:lpstr>
      <vt:lpstr>Wingdings</vt:lpstr>
      <vt:lpstr>Thème Office</vt:lpstr>
      <vt:lpstr>CH3-Les contrôleurs</vt:lpstr>
      <vt:lpstr>I- Définition</vt:lpstr>
      <vt:lpstr>II- Rôle du contrôleur</vt:lpstr>
      <vt:lpstr>II- Rôle du contrôleur</vt:lpstr>
      <vt:lpstr>II- Création du contrôleur</vt:lpstr>
      <vt:lpstr>II- Création du contrôleur</vt:lpstr>
      <vt:lpstr>III- Appel du contrôleur</vt:lpstr>
      <vt:lpstr>III- Les méthodes du contrôleur</vt:lpstr>
      <vt:lpstr>III- Les méthodes du contrôleur</vt:lpstr>
      <vt:lpstr>III- Les méthodes du contrôleur</vt:lpstr>
      <vt:lpstr>III- Les méthodes du contrôleur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CH1-Framework Back-end</dc:title>
  <dc:creator>NAJ LAM</dc:creator>
  <cp:lastModifiedBy>NAJ LAM</cp:lastModifiedBy>
  <cp:revision>62</cp:revision>
  <dcterms:created xsi:type="dcterms:W3CDTF">2023-02-19T17:43:52Z</dcterms:created>
  <dcterms:modified xsi:type="dcterms:W3CDTF">2023-03-02T11:59:10Z</dcterms:modified>
</cp:coreProperties>
</file>