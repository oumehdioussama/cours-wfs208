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590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861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20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224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06/02/2024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45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06/02/2024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93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06/02/2024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872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709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361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7032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82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F7099-A69C-40A7-961E-56EC432041D2}" type="datetimeFigureOut">
              <a:rPr lang="fr-FR" smtClean="0"/>
              <a:t>06/02/2024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2726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CH2-Gestion de routage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Développement back-end</a:t>
            </a:r>
          </a:p>
        </p:txBody>
      </p:sp>
    </p:spTree>
    <p:extLst>
      <p:ext uri="{BB962C8B-B14F-4D97-AF65-F5344CB8AC3E}">
        <p14:creationId xmlns:p14="http://schemas.microsoft.com/office/powerpoint/2010/main" val="3258402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 Routage de base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Commencer par examiner le fichier /routes/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web.php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970" y="2275082"/>
            <a:ext cx="6894830" cy="454227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3703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 Routage de base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fichier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web.php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définit les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URLs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destinés à l’interface web de votre application. Il contient initialement la route qui renvoi la vue « 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welcome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» à partir de la racine /:</a:t>
            </a:r>
          </a:p>
          <a:p>
            <a:pPr marL="0" indent="0">
              <a:buNone/>
            </a:pPr>
            <a:r>
              <a:rPr lang="en-US" i="1" dirty="0"/>
              <a:t>Route::get('/', function () {</a:t>
            </a:r>
          </a:p>
          <a:p>
            <a:pPr marL="0" indent="0">
              <a:buNone/>
            </a:pPr>
            <a:r>
              <a:rPr lang="en-US" i="1" dirty="0"/>
              <a:t>    return view('welcome');</a:t>
            </a:r>
          </a:p>
          <a:p>
            <a:pPr marL="0" indent="0">
              <a:buNone/>
            </a:pPr>
            <a:r>
              <a:rPr lang="en-US" i="1" dirty="0"/>
              <a:t>});</a:t>
            </a:r>
          </a:p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vue « 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welcome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» correspond à la page d’accueil de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Laravel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6017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 Routage de base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4629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peut modifier le code de tel sorte à afficher directement une chaine de caractères « Bienvenue sur mon site! »:</a:t>
            </a:r>
          </a:p>
          <a:p>
            <a:pPr marL="0" indent="0" algn="just">
              <a:buNone/>
            </a:pPr>
            <a:r>
              <a:rPr lang="en-US" i="1" dirty="0"/>
              <a:t>Route::get('/', function () {</a:t>
            </a:r>
          </a:p>
          <a:p>
            <a:pPr marL="0" indent="0" algn="just">
              <a:buNone/>
            </a:pPr>
            <a:r>
              <a:rPr lang="en-US" i="1" dirty="0"/>
              <a:t>    return ‘</a:t>
            </a:r>
            <a:r>
              <a:rPr lang="en-US" i="1" dirty="0" err="1"/>
              <a:t>Bienvenue</a:t>
            </a:r>
            <a:r>
              <a:rPr lang="en-US" i="1" dirty="0"/>
              <a:t> sur mon site!’;</a:t>
            </a:r>
          </a:p>
          <a:p>
            <a:pPr marL="0" indent="0" algn="just">
              <a:buNone/>
            </a:pPr>
            <a:r>
              <a:rPr lang="en-US" i="1" dirty="0"/>
              <a:t>});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Sinon on peut laisser la première route associée à « / », et ajouter une autre avec la même syntaxe associée à  « /bienvenue »:</a:t>
            </a:r>
          </a:p>
          <a:p>
            <a:pPr marL="0" indent="0" algn="just">
              <a:buNone/>
            </a:pPr>
            <a:r>
              <a:rPr lang="en-US" i="1" dirty="0"/>
              <a:t>Route::get('/</a:t>
            </a:r>
            <a:r>
              <a:rPr lang="en-US" i="1" dirty="0" err="1"/>
              <a:t>bienvenue</a:t>
            </a:r>
            <a:r>
              <a:rPr lang="en-US" i="1" dirty="0"/>
              <a:t>', function () {</a:t>
            </a:r>
          </a:p>
          <a:p>
            <a:pPr marL="0" indent="0" algn="just">
              <a:buNone/>
            </a:pPr>
            <a:r>
              <a:rPr lang="en-US" i="1" dirty="0"/>
              <a:t>    return ‘</a:t>
            </a:r>
            <a:r>
              <a:rPr lang="en-US" i="1" dirty="0" err="1"/>
              <a:t>Bienvenue</a:t>
            </a:r>
            <a:r>
              <a:rPr lang="en-US" i="1" dirty="0"/>
              <a:t> sur mon site!’;</a:t>
            </a:r>
          </a:p>
          <a:p>
            <a:pPr marL="0" indent="0" algn="just">
              <a:buNone/>
            </a:pPr>
            <a:r>
              <a:rPr lang="en-US" i="1" dirty="0"/>
              <a:t>});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Sur le navigateur cette fois, tapez l’URL: </a:t>
            </a:r>
            <a:r>
              <a:rPr lang="fr-FR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http://127.0.0.1:8000/bienvenue</a:t>
            </a:r>
          </a:p>
        </p:txBody>
      </p:sp>
    </p:spTree>
    <p:extLst>
      <p:ext uri="{BB962C8B-B14F-4D97-AF65-F5344CB8AC3E}">
        <p14:creationId xmlns:p14="http://schemas.microsoft.com/office/powerpoint/2010/main" val="25614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 Routage de base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46295"/>
          </a:xfrm>
        </p:spPr>
        <p:txBody>
          <a:bodyPr>
            <a:normAutofit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peut retourner aussi une réponse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json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</a:p>
          <a:p>
            <a:pPr marL="0" indent="0" algn="just">
              <a:buNone/>
            </a:pPr>
            <a:r>
              <a:rPr lang="en-US" i="1" dirty="0"/>
              <a:t>Route::get(‘</a:t>
            </a:r>
            <a:r>
              <a:rPr lang="en-US" i="1" dirty="0" err="1"/>
              <a:t>personne</a:t>
            </a:r>
            <a:r>
              <a:rPr lang="en-US" i="1" dirty="0"/>
              <a:t>’, function () {</a:t>
            </a:r>
          </a:p>
          <a:p>
            <a:pPr marL="0" indent="0" algn="just">
              <a:buNone/>
            </a:pPr>
            <a:r>
              <a:rPr lang="en-US" i="1" dirty="0"/>
              <a:t>    return response()-&gt;</a:t>
            </a:r>
            <a:r>
              <a:rPr lang="en-US" i="1" dirty="0" err="1"/>
              <a:t>json</a:t>
            </a:r>
            <a:r>
              <a:rPr lang="en-US" i="1" dirty="0"/>
              <a:t>([</a:t>
            </a:r>
          </a:p>
          <a:p>
            <a:pPr marL="0" indent="0" algn="just">
              <a:buNone/>
            </a:pPr>
            <a:r>
              <a:rPr lang="en-US" i="1" dirty="0"/>
              <a:t>        ‘nom’=&gt;’ALAMI’,</a:t>
            </a:r>
          </a:p>
          <a:p>
            <a:pPr marL="0" indent="0" algn="just">
              <a:buNone/>
            </a:pPr>
            <a:r>
              <a:rPr lang="en-US" i="1" dirty="0"/>
              <a:t>         ‘</a:t>
            </a:r>
            <a:r>
              <a:rPr lang="en-US" i="1" dirty="0" err="1"/>
              <a:t>prenom</a:t>
            </a:r>
            <a:r>
              <a:rPr lang="en-US" i="1" dirty="0"/>
              <a:t>’=&gt;’Ahmed’</a:t>
            </a:r>
          </a:p>
          <a:p>
            <a:pPr marL="0" indent="0" algn="just">
              <a:buNone/>
            </a:pPr>
            <a:r>
              <a:rPr lang="en-US" i="1" dirty="0"/>
              <a:t>  ])</a:t>
            </a:r>
          </a:p>
          <a:p>
            <a:pPr marL="0" indent="0" algn="just">
              <a:buNone/>
            </a:pPr>
            <a:r>
              <a:rPr lang="en-US" i="1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291931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 Routage de base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46295"/>
          </a:xfrm>
        </p:spPr>
        <p:txBody>
          <a:bodyPr>
            <a:normAutofit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peut retourner une vue comme la toute première syntaxe :</a:t>
            </a:r>
          </a:p>
          <a:p>
            <a:pPr marL="0" indent="0" algn="just">
              <a:buNone/>
            </a:pPr>
            <a:r>
              <a:rPr lang="en-US" i="1" dirty="0"/>
              <a:t>Route::get(‘</a:t>
            </a:r>
            <a:r>
              <a:rPr lang="en-US" i="1" dirty="0" err="1"/>
              <a:t>personne</a:t>
            </a:r>
            <a:r>
              <a:rPr lang="en-US" i="1" dirty="0"/>
              <a:t>’, function () {</a:t>
            </a:r>
          </a:p>
          <a:p>
            <a:pPr marL="0" indent="0" algn="just">
              <a:buNone/>
            </a:pPr>
            <a:r>
              <a:rPr lang="en-US" i="1" dirty="0"/>
              <a:t>    return view(‘</a:t>
            </a:r>
            <a:r>
              <a:rPr lang="en-US" i="1" dirty="0" err="1"/>
              <a:t>personne</a:t>
            </a:r>
            <a:r>
              <a:rPr lang="en-US" i="1" dirty="0"/>
              <a:t>’);</a:t>
            </a:r>
          </a:p>
          <a:p>
            <a:pPr marL="0" indent="0" algn="just">
              <a:buNone/>
            </a:pPr>
            <a:r>
              <a:rPr lang="en-US" i="1" dirty="0"/>
              <a:t>});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vue personne va être recherchée, le fichier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personne.blade.php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doit être créé dans le répertoire /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36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 Routage de base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46295"/>
          </a:xfrm>
        </p:spPr>
        <p:txBody>
          <a:bodyPr>
            <a:normAutofit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Autres méthodes de route:</a:t>
            </a:r>
          </a:p>
          <a:p>
            <a:pPr marL="0" indent="0" algn="just">
              <a:buNone/>
            </a:pPr>
            <a:r>
              <a:rPr lang="en-US" i="1" dirty="0"/>
              <a:t>Route::get($</a:t>
            </a:r>
            <a:r>
              <a:rPr lang="en-US" i="1" dirty="0" err="1"/>
              <a:t>uri</a:t>
            </a:r>
            <a:r>
              <a:rPr lang="en-US" i="1" dirty="0"/>
              <a:t>, $callback);</a:t>
            </a:r>
          </a:p>
          <a:p>
            <a:pPr marL="0" indent="0" algn="just">
              <a:buNone/>
            </a:pPr>
            <a:r>
              <a:rPr lang="en-US" i="1" dirty="0"/>
              <a:t>Route::post($</a:t>
            </a:r>
            <a:r>
              <a:rPr lang="en-US" i="1" dirty="0" err="1"/>
              <a:t>uri</a:t>
            </a:r>
            <a:r>
              <a:rPr lang="en-US" i="1" dirty="0"/>
              <a:t>, $callback);</a:t>
            </a:r>
          </a:p>
          <a:p>
            <a:pPr marL="0" indent="0" algn="just">
              <a:buNone/>
            </a:pPr>
            <a:r>
              <a:rPr lang="en-US" i="1" dirty="0"/>
              <a:t>Route::put($</a:t>
            </a:r>
            <a:r>
              <a:rPr lang="en-US" i="1" dirty="0" err="1"/>
              <a:t>uri</a:t>
            </a:r>
            <a:r>
              <a:rPr lang="en-US" i="1" dirty="0"/>
              <a:t>, $callback);</a:t>
            </a:r>
          </a:p>
          <a:p>
            <a:pPr marL="0" indent="0" algn="just">
              <a:buNone/>
            </a:pPr>
            <a:r>
              <a:rPr lang="en-US" i="1" dirty="0"/>
              <a:t>Route::patch($</a:t>
            </a:r>
            <a:r>
              <a:rPr lang="en-US" i="1" dirty="0" err="1"/>
              <a:t>uri</a:t>
            </a:r>
            <a:r>
              <a:rPr lang="en-US" i="1" dirty="0"/>
              <a:t>, $callback);</a:t>
            </a:r>
          </a:p>
          <a:p>
            <a:pPr marL="0" indent="0" algn="just">
              <a:buNone/>
            </a:pPr>
            <a:r>
              <a:rPr lang="en-US" i="1" dirty="0"/>
              <a:t>Route::delete($</a:t>
            </a:r>
            <a:r>
              <a:rPr lang="en-US" i="1" dirty="0" err="1"/>
              <a:t>uri</a:t>
            </a:r>
            <a:r>
              <a:rPr lang="en-US" i="1" dirty="0"/>
              <a:t>, $callback);</a:t>
            </a:r>
          </a:p>
          <a:p>
            <a:pPr marL="0" indent="0" algn="just">
              <a:buNone/>
            </a:pPr>
            <a:r>
              <a:rPr lang="en-US" i="1" dirty="0"/>
              <a:t>Route::options($</a:t>
            </a:r>
            <a:r>
              <a:rPr lang="en-US" i="1" dirty="0" err="1"/>
              <a:t>uri</a:t>
            </a:r>
            <a:r>
              <a:rPr lang="en-US" i="1" dirty="0"/>
              <a:t>, $callback);</a:t>
            </a:r>
          </a:p>
          <a:p>
            <a:pPr marL="0" indent="0" algn="just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312376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 Routage de base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46295"/>
          </a:xfrm>
        </p:spPr>
        <p:txBody>
          <a:bodyPr>
            <a:normAutofit lnSpcReduction="10000"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Parfois, vous devrez peut-être enregistrer une route qui répond à plusieurs verbes HTTP. Vous pouvez le faire en utilisant la méthode match. Ou, vous pouvez même enregistrer une route qui répond à tous les verbes HTTP en utilisant la méthode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</a:p>
          <a:p>
            <a:pPr marL="0" indent="0" algn="just">
              <a:buNone/>
            </a:pPr>
            <a:r>
              <a:rPr lang="en-US" i="1" dirty="0"/>
              <a:t>Route::match(['get', 'post'], '/', function () {</a:t>
            </a:r>
          </a:p>
          <a:p>
            <a:pPr marL="0" indent="0" algn="just">
              <a:buNone/>
            </a:pPr>
            <a:r>
              <a:rPr lang="en-US" i="1" dirty="0"/>
              <a:t>//</a:t>
            </a:r>
          </a:p>
          <a:p>
            <a:pPr marL="0" indent="0" algn="just">
              <a:buNone/>
            </a:pPr>
            <a:r>
              <a:rPr lang="en-US" i="1" dirty="0"/>
              <a:t>});</a:t>
            </a:r>
          </a:p>
          <a:p>
            <a:pPr marL="0" indent="0" algn="just">
              <a:buNone/>
            </a:pPr>
            <a:r>
              <a:rPr lang="en-US" i="1" dirty="0"/>
              <a:t>Route::any('/', function () {</a:t>
            </a:r>
          </a:p>
          <a:p>
            <a:pPr marL="0" indent="0" algn="just">
              <a:buNone/>
            </a:pPr>
            <a:r>
              <a:rPr lang="en-US" i="1" dirty="0"/>
              <a:t>//</a:t>
            </a:r>
          </a:p>
          <a:p>
            <a:pPr marL="0" indent="0" algn="just">
              <a:buNone/>
            </a:pPr>
            <a:r>
              <a:rPr lang="en-US" i="1" dirty="0"/>
              <a:t>});</a:t>
            </a:r>
          </a:p>
          <a:p>
            <a:pPr marL="0" indent="0" algn="just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498091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 Routage de base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46295"/>
          </a:xfrm>
        </p:spPr>
        <p:txBody>
          <a:bodyPr>
            <a:normAutofit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Lorsqu’on désire retourner une vue directement, on peut utiliser la méthode Route::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la manière suivante :</a:t>
            </a:r>
          </a:p>
          <a:p>
            <a:pPr marL="0" indent="0" algn="just">
              <a:buNone/>
            </a:pPr>
            <a:r>
              <a:rPr lang="en-US" i="1" dirty="0"/>
              <a:t>Route::view('/</a:t>
            </a:r>
            <a:r>
              <a:rPr lang="en-US" i="1" dirty="0" err="1"/>
              <a:t>personne</a:t>
            </a:r>
            <a:r>
              <a:rPr lang="en-US" i="1" dirty="0"/>
              <a:t>','</a:t>
            </a:r>
            <a:r>
              <a:rPr lang="en-US" i="1" dirty="0" err="1"/>
              <a:t>personne</a:t>
            </a:r>
            <a:r>
              <a:rPr lang="en-US" i="1" dirty="0"/>
              <a:t>');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peut aussi envoyer des données :</a:t>
            </a:r>
          </a:p>
          <a:p>
            <a:pPr marL="0" indent="0" algn="just">
              <a:buNone/>
            </a:pPr>
            <a:r>
              <a:rPr lang="en-US" i="1" dirty="0"/>
              <a:t>Route::view('/</a:t>
            </a:r>
            <a:r>
              <a:rPr lang="en-US" i="1" dirty="0" err="1"/>
              <a:t>personne</a:t>
            </a:r>
            <a:r>
              <a:rPr lang="en-US" i="1" dirty="0"/>
              <a:t>','</a:t>
            </a:r>
            <a:r>
              <a:rPr lang="en-US" i="1" dirty="0" err="1"/>
              <a:t>personne</a:t>
            </a:r>
            <a:r>
              <a:rPr lang="en-US" i="1" dirty="0"/>
              <a:t>',['nom'=&gt;'ALAMI']);</a:t>
            </a:r>
          </a:p>
          <a:p>
            <a:pPr marL="0" indent="0" algn="just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3703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 Routage de base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46295"/>
          </a:xfrm>
        </p:spPr>
        <p:txBody>
          <a:bodyPr>
            <a:normAutofit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Redirection : permet de définir une route sans passer par un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controlleur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i="1" dirty="0"/>
              <a:t>Route::redirect('/chemin1',‘chemin2');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peut aussi envoyer des données :</a:t>
            </a:r>
          </a:p>
          <a:p>
            <a:pPr marL="0" indent="0" algn="just">
              <a:buNone/>
            </a:pPr>
            <a:r>
              <a:rPr lang="en-US" i="1" dirty="0"/>
              <a:t>Route</a:t>
            </a:r>
            <a:r>
              <a:rPr lang="en-US" i="1"/>
              <a:t>::redirect('/</a:t>
            </a:r>
            <a:r>
              <a:rPr lang="en-US" i="1" dirty="0" err="1"/>
              <a:t>personne</a:t>
            </a:r>
            <a:r>
              <a:rPr lang="en-US" i="1" dirty="0"/>
              <a:t>','</a:t>
            </a:r>
            <a:r>
              <a:rPr lang="en-US" i="1" dirty="0" err="1"/>
              <a:t>personne</a:t>
            </a:r>
            <a:r>
              <a:rPr lang="en-US" i="1" dirty="0"/>
              <a:t>',['nom'=&gt;'ALAMI']);</a:t>
            </a:r>
          </a:p>
          <a:p>
            <a:pPr marL="0" indent="0" algn="just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3599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 Routage de base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46295"/>
          </a:xfrm>
        </p:spPr>
        <p:txBody>
          <a:bodyPr>
            <a:normAutofit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Pour afficher la liste des routes:</a:t>
            </a:r>
          </a:p>
          <a:p>
            <a:pPr marL="0" indent="0" algn="just">
              <a:buNone/>
            </a:pPr>
            <a:r>
              <a:rPr lang="en-US" i="1" dirty="0" err="1"/>
              <a:t>php</a:t>
            </a:r>
            <a:r>
              <a:rPr lang="en-US" i="1" dirty="0"/>
              <a:t> artisan </a:t>
            </a:r>
            <a:r>
              <a:rPr lang="en-US" i="1" dirty="0" err="1"/>
              <a:t>route:list</a:t>
            </a:r>
            <a:endParaRPr lang="en-US" i="1" dirty="0"/>
          </a:p>
          <a:p>
            <a:pPr marL="0" indent="0" algn="just">
              <a:buNone/>
            </a:pPr>
            <a:endParaRPr lang="en-US" i="1" dirty="0"/>
          </a:p>
          <a:p>
            <a:pPr marL="0" indent="0" algn="just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08547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II- Routage avec paramètres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peut envoyer des paramètres dans une route, qui peuvent être traités dans les contrôleurs ou les fonctions callback:</a:t>
            </a:r>
          </a:p>
          <a:p>
            <a:pPr marL="0" indent="0" algn="just">
              <a:buNone/>
            </a:pPr>
            <a:r>
              <a:rPr lang="en-US" i="1" dirty="0"/>
              <a:t>Route::get('/user/{id}', function ($id) {</a:t>
            </a:r>
          </a:p>
          <a:p>
            <a:pPr marL="0" indent="0" algn="just">
              <a:buNone/>
            </a:pPr>
            <a:r>
              <a:rPr lang="en-US" i="1" dirty="0"/>
              <a:t>	return ‘</a:t>
            </a:r>
            <a:r>
              <a:rPr lang="en-US" i="1" dirty="0" err="1"/>
              <a:t>Utilisateur</a:t>
            </a:r>
            <a:r>
              <a:rPr lang="en-US" i="1" dirty="0"/>
              <a:t> ‘ .$id;</a:t>
            </a:r>
          </a:p>
          <a:p>
            <a:pPr marL="0" indent="0" algn="just">
              <a:buNone/>
            </a:pPr>
            <a:r>
              <a:rPr lang="en-US" i="1" dirty="0"/>
              <a:t>});</a:t>
            </a:r>
          </a:p>
          <a:p>
            <a:pPr marL="0" indent="0" algn="just">
              <a:buNone/>
            </a:pPr>
            <a:r>
              <a:rPr lang="en-US" i="1" dirty="0"/>
              <a:t>Route::get('/list/{</a:t>
            </a:r>
            <a:r>
              <a:rPr lang="en-US" i="1" dirty="0" err="1"/>
              <a:t>num</a:t>
            </a:r>
            <a:r>
              <a:rPr lang="en-US" i="1" dirty="0"/>
              <a:t>}/user/{id}', function ($</a:t>
            </a:r>
            <a:r>
              <a:rPr lang="en-US" i="1" dirty="0" err="1"/>
              <a:t>num</a:t>
            </a:r>
            <a:r>
              <a:rPr lang="en-US" i="1" dirty="0"/>
              <a:t>, $id) {</a:t>
            </a:r>
          </a:p>
          <a:p>
            <a:pPr marL="0" indent="0" algn="just">
              <a:buNone/>
            </a:pPr>
            <a:r>
              <a:rPr lang="en-US" i="1" dirty="0"/>
              <a:t>    return '</a:t>
            </a:r>
            <a:r>
              <a:rPr lang="en-US" i="1" dirty="0" err="1"/>
              <a:t>Liste</a:t>
            </a:r>
            <a:r>
              <a:rPr lang="en-US" i="1" dirty="0"/>
              <a:t> </a:t>
            </a:r>
            <a:r>
              <a:rPr lang="en-US" i="1" dirty="0" err="1"/>
              <a:t>numéro</a:t>
            </a:r>
            <a:r>
              <a:rPr lang="en-US" i="1" dirty="0"/>
              <a:t>' . $</a:t>
            </a:r>
            <a:r>
              <a:rPr lang="en-US" i="1" dirty="0" err="1"/>
              <a:t>num</a:t>
            </a:r>
            <a:r>
              <a:rPr lang="en-US" i="1" dirty="0"/>
              <a:t> . ' </a:t>
            </a:r>
            <a:r>
              <a:rPr lang="en-US" i="1" dirty="0" err="1"/>
              <a:t>utilisateur</a:t>
            </a:r>
            <a:r>
              <a:rPr lang="en-US" i="1" dirty="0"/>
              <a:t> ' . $id;</a:t>
            </a:r>
          </a:p>
          <a:p>
            <a:pPr marL="0" indent="0" algn="just">
              <a:buNone/>
            </a:pPr>
            <a:r>
              <a:rPr lang="en-US" i="1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916217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 Routes nommées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peut donner un nom à chaque route en utilisant la fonction </a:t>
            </a:r>
            <a:r>
              <a:rPr lang="fr-FR" dirty="0" err="1"/>
              <a:t>name</a:t>
            </a:r>
            <a:r>
              <a:rPr lang="fr-FR" dirty="0"/>
              <a:t>:</a:t>
            </a:r>
          </a:p>
          <a:p>
            <a:pPr marL="0" indent="0" algn="just">
              <a:buNone/>
            </a:pPr>
            <a:r>
              <a:rPr lang="en-US" i="1" dirty="0"/>
              <a:t>Route::view('/</a:t>
            </a:r>
            <a:r>
              <a:rPr lang="en-US" i="1" dirty="0" err="1"/>
              <a:t>personne</a:t>
            </a:r>
            <a:r>
              <a:rPr lang="en-US" i="1" dirty="0"/>
              <a:t>','</a:t>
            </a:r>
            <a:r>
              <a:rPr lang="en-US" i="1" dirty="0" err="1"/>
              <a:t>personne</a:t>
            </a:r>
            <a:r>
              <a:rPr lang="en-US" i="1" dirty="0"/>
              <a:t>')-&gt;name(‘</a:t>
            </a:r>
            <a:r>
              <a:rPr lang="en-US" i="1" dirty="0" err="1"/>
              <a:t>personne</a:t>
            </a:r>
            <a:r>
              <a:rPr lang="en-US" i="1" dirty="0"/>
              <a:t>’);</a:t>
            </a:r>
          </a:p>
          <a:p>
            <a:pPr marL="0" indent="0" algn="just">
              <a:buNone/>
            </a:pPr>
            <a:r>
              <a:rPr lang="en-US" i="1" dirty="0"/>
              <a:t>Route::get('/list/{</a:t>
            </a:r>
            <a:r>
              <a:rPr lang="en-US" i="1" dirty="0" err="1"/>
              <a:t>num</a:t>
            </a:r>
            <a:r>
              <a:rPr lang="en-US" i="1" dirty="0"/>
              <a:t>}/user/{id}', function ($</a:t>
            </a:r>
            <a:r>
              <a:rPr lang="en-US" i="1" dirty="0" err="1"/>
              <a:t>num</a:t>
            </a:r>
            <a:r>
              <a:rPr lang="en-US" i="1" dirty="0"/>
              <a:t>, $id) {</a:t>
            </a:r>
          </a:p>
          <a:p>
            <a:pPr marL="0" indent="0" algn="just">
              <a:buNone/>
            </a:pPr>
            <a:r>
              <a:rPr lang="en-US" i="1" dirty="0"/>
              <a:t>    return '</a:t>
            </a:r>
            <a:r>
              <a:rPr lang="en-US" i="1" dirty="0" err="1"/>
              <a:t>Liste</a:t>
            </a:r>
            <a:r>
              <a:rPr lang="en-US" i="1" dirty="0"/>
              <a:t> </a:t>
            </a:r>
            <a:r>
              <a:rPr lang="en-US" i="1" dirty="0" err="1"/>
              <a:t>numéro</a:t>
            </a:r>
            <a:r>
              <a:rPr lang="en-US" i="1" dirty="0"/>
              <a:t>' . $</a:t>
            </a:r>
            <a:r>
              <a:rPr lang="en-US" i="1" dirty="0" err="1"/>
              <a:t>num</a:t>
            </a:r>
            <a:r>
              <a:rPr lang="en-US" i="1" dirty="0"/>
              <a:t> . ' </a:t>
            </a:r>
            <a:r>
              <a:rPr lang="en-US" i="1" dirty="0" err="1"/>
              <a:t>utilisateur</a:t>
            </a:r>
            <a:r>
              <a:rPr lang="en-US" i="1" dirty="0"/>
              <a:t> ' . $id;</a:t>
            </a:r>
          </a:p>
          <a:p>
            <a:pPr marL="0" indent="0" algn="just">
              <a:buNone/>
            </a:pPr>
            <a:r>
              <a:rPr lang="en-US" i="1" dirty="0"/>
              <a:t>})-&gt;name(‘</a:t>
            </a:r>
            <a:r>
              <a:rPr lang="en-US" i="1" dirty="0" err="1"/>
              <a:t>liste_users</a:t>
            </a:r>
            <a:r>
              <a:rPr lang="en-US" i="1" dirty="0"/>
              <a:t>’);</a:t>
            </a:r>
          </a:p>
        </p:txBody>
      </p:sp>
    </p:spTree>
    <p:extLst>
      <p:ext uri="{BB962C8B-B14F-4D97-AF65-F5344CB8AC3E}">
        <p14:creationId xmlns:p14="http://schemas.microsoft.com/office/powerpoint/2010/main" val="40782958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4708</TotalTime>
  <Words>686</Words>
  <Application>Microsoft Office PowerPoint</Application>
  <PresentationFormat>Grand écran</PresentationFormat>
  <Paragraphs>77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Thème Office</vt:lpstr>
      <vt:lpstr>CH2-Gestion de routage</vt:lpstr>
      <vt:lpstr>I- Routage de base</vt:lpstr>
      <vt:lpstr>I- Routage de base</vt:lpstr>
      <vt:lpstr>I- Routage de base</vt:lpstr>
      <vt:lpstr>I- Routage de base</vt:lpstr>
      <vt:lpstr>I- Routage de base</vt:lpstr>
      <vt:lpstr>I- Routage de base</vt:lpstr>
      <vt:lpstr>I- Routage de base</vt:lpstr>
      <vt:lpstr>I- Routage de base</vt:lpstr>
      <vt:lpstr>I- Routage de base</vt:lpstr>
      <vt:lpstr>I- Routage de base</vt:lpstr>
      <vt:lpstr>II- Routage avec paramètres</vt:lpstr>
      <vt:lpstr>III- Routes nommées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CH1-Framework Back-end</dc:title>
  <dc:creator>NAJ LAM</dc:creator>
  <cp:lastModifiedBy>NAJIB LAMOURI</cp:lastModifiedBy>
  <cp:revision>42</cp:revision>
  <dcterms:created xsi:type="dcterms:W3CDTF">2023-02-19T17:43:52Z</dcterms:created>
  <dcterms:modified xsi:type="dcterms:W3CDTF">2024-02-07T14:10:05Z</dcterms:modified>
</cp:coreProperties>
</file>